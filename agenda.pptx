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64D3-40C2-B4CF-0955-DAE302E94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018B9-DCF5-78D4-D2CB-6CE49C23A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298E-F804-ED1D-98E1-06B26C44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07CD-9B12-980E-B281-79DE163D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F9D51-45DC-F53F-2ADE-3D117BD5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831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B36B-E919-F5D4-CADC-747F49A8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F9F1-625D-8550-3922-CCA7799DE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B653D-6462-C3D4-9C92-230D7CE0E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A9035-BF6A-0703-994C-1D97B280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1A582-86F9-2340-7441-21F6B711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629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A5AC-B9AA-5140-2CF3-E921F212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99E2-9ACD-2B23-9D9F-65A3C8A8D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4D168-0DFF-68A3-0BFE-8511E7A2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0B3AE-E26F-86DE-C0BB-17C627B1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39FD6-5476-4653-6614-8FFBA64C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5294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EA31C-31F0-444A-1879-CBD6106D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47B2-5E24-8293-00E0-C3C48A7C4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5132B-59D4-4770-BFD3-D2094C40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C1276-F054-1B2E-3F9B-6FD91211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CE284-EEB4-C538-75B6-C00A95FD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5C7EF-985F-1310-88CF-C1043D49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916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1044-89D3-D0FD-2B53-81D28F0D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B8210-895A-12CD-A29D-3E6257C0C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41B00-FEF7-6C55-CC04-7F0533E62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7FF5A-8814-73ED-B665-A1517A630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880CA-5A77-BAB4-53EF-032ACE92C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224C9B-5093-A912-034B-C041880E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273E72-694E-2044-ACCB-67D9A981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BB434E-A0D3-469A-322E-09A1E16F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610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6FD4-40E8-D330-0DAC-7CE98990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3FD41-47FE-0A96-3A4A-31D1AB0E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E3A9B-9345-5258-6CCE-270F8A7D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7CFD1-5AE8-5151-A4AC-4B5F9DDA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661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AAB57-20DE-DD3A-8349-4F9E3724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C2418-213D-787E-2982-CC84C2A3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4C21-28DA-C929-F3A1-A1C92300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700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1DEC-895C-CA76-5E03-1CE04801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6BF8A-555D-0407-0AAA-6AE90571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80F6F-E573-23A6-62F1-A37E71912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CCEC5-96EE-2BF0-A732-1A3F432E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2D849-80FC-7B0D-8CE7-39AB36F0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8E036-E812-AF3C-7854-1B1EBC6B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974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4F0F-A849-1EAA-42E5-2BDCFE12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B9C98-944F-AEFF-29E7-B2A447C96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ED71A-DCBE-6D9E-C282-4F935FBD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CFD5F-7BEA-DB97-EC8B-4C111EAF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42D41-C499-F1F5-D415-6D8A93D4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844AE-9C11-0161-778A-DC55D37C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097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CC67-5657-D361-E8F8-5E91F361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E045B-8452-6501-13A6-6E2D8542D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70E76-6E51-EA1C-82D0-3106D262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68A13-CEEF-F377-9BA6-50477A69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A92D6-881F-4AE5-0CF6-B70F37F1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85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FF2E4-ACF0-F956-88C5-72076B46B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52738-4EA6-413C-1C02-14260B660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B170-4A83-51BF-0113-1C6F41B0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902D-55A1-52AB-EA90-97C2FDA4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952B1-A82A-B02E-E852-919E7A35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3674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E1D33-915D-D782-2D74-BEC2A545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BAA2-77C3-5FEB-D140-9F28F46B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2D975-B22C-AC76-EC42-FA9F3F295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65377-46A4-48D9-B632-56C203BF311A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7929F-FF2D-B58E-5DE1-728D0BAC6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5814-C62A-B2B9-5A72-1F683549A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F3C5C-62E3-4540-A52D-1FA10A002DB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887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1CD9-72FB-C263-2565-03D84BD60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275696"/>
            <a:ext cx="5918200" cy="901170"/>
          </a:xfrm>
        </p:spPr>
        <p:txBody>
          <a:bodyPr>
            <a:normAutofit fontScale="90000"/>
          </a:bodyPr>
          <a:lstStyle/>
          <a:p>
            <a:r>
              <a:rPr lang="en-US" dirty="0"/>
              <a:t>Agenda Hari </a:t>
            </a:r>
            <a:r>
              <a:rPr lang="en-US" dirty="0" err="1"/>
              <a:t>ini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A36D1-50DC-1BF6-0B13-5A3C58FDD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866" y="1586970"/>
            <a:ext cx="9144000" cy="5135563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Serah </a:t>
            </a:r>
            <a:r>
              <a:rPr lang="en-US" dirty="0" err="1"/>
              <a:t>Terima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Validasi</a:t>
            </a:r>
            <a:r>
              <a:rPr lang="en-US" dirty="0"/>
              <a:t> Data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Daftar KK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Keuangan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Jimpitan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Iuran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Pengeluaran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Program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Kerja</a:t>
            </a:r>
            <a:r>
              <a:rPr lang="en-US" dirty="0"/>
              <a:t> bhakti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Ke 1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Ke 2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/>
              <a:t>….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Jaga / Ronda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Tantangan</a:t>
            </a:r>
            <a:r>
              <a:rPr lang="en-US" dirty="0"/>
              <a:t>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Pohon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, Listrik,  </a:t>
            </a:r>
            <a:r>
              <a:rPr lang="en-US" dirty="0" err="1"/>
              <a:t>banjir</a:t>
            </a: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Lain – Lain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lvl="1" algn="l"/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5250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Agenda Hari ini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Budi Jetmiko</dc:creator>
  <cp:lastModifiedBy>Budi Jetmiko</cp:lastModifiedBy>
  <cp:revision>4</cp:revision>
  <dcterms:created xsi:type="dcterms:W3CDTF">2026-01-10T07:45:20Z</dcterms:created>
  <dcterms:modified xsi:type="dcterms:W3CDTF">2026-01-10T08:05:07Z</dcterms:modified>
</cp:coreProperties>
</file>